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f35aeea4b4d7d" /><Relationship Type="http://schemas.openxmlformats.org/officeDocument/2006/relationships/extended-properties" Target="/docProps/app.xml" Id="R6621eeb4a99e40d1" /><Relationship Type="http://schemas.openxmlformats.org/officeDocument/2006/relationships/officeDocument" Target="/ppt/presentation.xml" Id="R1d8872b608294b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16365170d49fb"/>
  </p:sldMasterIdLst>
  <p:notesMasterIdLst>
    <p:notesMasterId xmlns:r="http://schemas.openxmlformats.org/officeDocument/2006/relationships" r:id="R04c6b717110c4f6d"/>
  </p:notesMasterIdLst>
  <p:sldIdLst>
    <p:sldId xmlns:r="http://schemas.openxmlformats.org/officeDocument/2006/relationships" id="256" r:id="R6dba524869604afd"/>
    <p:sldId xmlns:r="http://schemas.openxmlformats.org/officeDocument/2006/relationships" id="257" r:id="Rf2481fa2561f43e4"/>
    <p:sldId xmlns:r="http://schemas.openxmlformats.org/officeDocument/2006/relationships" id="258" r:id="Rffc71fc8c8cf40d7"/>
    <p:sldId xmlns:r="http://schemas.openxmlformats.org/officeDocument/2006/relationships" id="259" r:id="R716c77d2f6a64030"/>
    <p:sldId xmlns:r="http://schemas.openxmlformats.org/officeDocument/2006/relationships" id="260" r:id="Reb8d04ebfda9483f"/>
    <p:sldId xmlns:r="http://schemas.openxmlformats.org/officeDocument/2006/relationships" id="261" r:id="Rfd99b20cadf54aee"/>
    <p:sldId xmlns:r="http://schemas.openxmlformats.org/officeDocument/2006/relationships" id="262" r:id="R9810f21d93d142ce"/>
    <p:sldId xmlns:r="http://schemas.openxmlformats.org/officeDocument/2006/relationships" id="263" r:id="R5cd33ed4e1bf4f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16365170d49fb" /><Relationship Type="http://schemas.openxmlformats.org/officeDocument/2006/relationships/theme" Target="/ppt/theme/theme1.xml" Id="R4b785fb405ad485c" /><Relationship Type="http://schemas.openxmlformats.org/officeDocument/2006/relationships/notesMaster" Target="/ppt/notesMasters/notesMaster1.xml" Id="R04c6b717110c4f6d" /><Relationship Type="http://schemas.openxmlformats.org/officeDocument/2006/relationships/presProps" Target="/ppt/presProps.xml" Id="R5bfd4b98f4ff4a57" /><Relationship Type="http://schemas.openxmlformats.org/officeDocument/2006/relationships/viewProps" Target="/ppt/viewProps.xml" Id="Rad453d3770c8477a" /><Relationship Type="http://schemas.openxmlformats.org/officeDocument/2006/relationships/tableStyles" Target="/ppt/tableStyles.xml" Id="R3a0fa0fc79384ecd" /><Relationship Type="http://schemas.openxmlformats.org/officeDocument/2006/relationships/slide" Target="/ppt/slides/slide1.xml" Id="R6dba524869604afd" /><Relationship Type="http://schemas.openxmlformats.org/officeDocument/2006/relationships/slide" Target="/ppt/slides/slide2.xml" Id="Rf2481fa2561f43e4" /><Relationship Type="http://schemas.openxmlformats.org/officeDocument/2006/relationships/slide" Target="/ppt/slides/slide3.xml" Id="Rffc71fc8c8cf40d7" /><Relationship Type="http://schemas.openxmlformats.org/officeDocument/2006/relationships/slide" Target="/ppt/slides/slide4.xml" Id="R716c77d2f6a64030" /><Relationship Type="http://schemas.openxmlformats.org/officeDocument/2006/relationships/slide" Target="/ppt/slides/slide5.xml" Id="Reb8d04ebfda9483f" /><Relationship Type="http://schemas.openxmlformats.org/officeDocument/2006/relationships/slide" Target="/ppt/slides/slide6.xml" Id="Rfd99b20cadf54aee" /><Relationship Type="http://schemas.openxmlformats.org/officeDocument/2006/relationships/slide" Target="/ppt/slides/slide7.xml" Id="R9810f21d93d142ce" /><Relationship Type="http://schemas.openxmlformats.org/officeDocument/2006/relationships/slide" Target="/ppt/slides/slide8.xml" Id="R5cd33ed4e1bf4f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41b0113865c4c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a4fef78b2b4619" /><Relationship Type="http://schemas.openxmlformats.org/officeDocument/2006/relationships/notesMaster" Target="/ppt/notesMasters/notesMaster1.xml" Id="R21542edf493e4d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92b0a6d3744fd2" /><Relationship Type="http://schemas.openxmlformats.org/officeDocument/2006/relationships/notesMaster" Target="/ppt/notesMasters/notesMaster1.xml" Id="R0cb286990bfd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729c62a38c427d" /><Relationship Type="http://schemas.openxmlformats.org/officeDocument/2006/relationships/notesMaster" Target="/ppt/notesMasters/notesMaster1.xml" Id="Rf74607e0bd2440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36c70a2e4747b6" /><Relationship Type="http://schemas.openxmlformats.org/officeDocument/2006/relationships/notesMaster" Target="/ppt/notesMasters/notesMaster1.xml" Id="Rf4a6d0d6e5fa40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98ec422d2c41ee" /><Relationship Type="http://schemas.openxmlformats.org/officeDocument/2006/relationships/notesMaster" Target="/ppt/notesMasters/notesMaster1.xml" Id="R6d3146aea34e4b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f8cf65d7154d7f" /><Relationship Type="http://schemas.openxmlformats.org/officeDocument/2006/relationships/notesMaster" Target="/ppt/notesMasters/notesMaster1.xml" Id="Rd45525af0d7d46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2fa4cc80074ee0" /><Relationship Type="http://schemas.openxmlformats.org/officeDocument/2006/relationships/notesMaster" Target="/ppt/notesMasters/notesMaster1.xml" Id="R0db994e027c84e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0d99997a59451d" /><Relationship Type="http://schemas.openxmlformats.org/officeDocument/2006/relationships/notesMaster" Target="/ppt/notesMasters/notesMaster1.xml" Id="R3f68f8f4deb14e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62d31d9f1402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4d631d03e704425" /><Relationship Type="http://schemas.openxmlformats.org/officeDocument/2006/relationships/slideLayout" Target="/ppt/slideLayouts/slideLayout2.xml" Id="R22bee252009643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bee252009643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502adf3f2f4975" /><Relationship Type="http://schemas.openxmlformats.org/officeDocument/2006/relationships/image" Target="/ppt/media/image.png" Id="R2641afec65034122" /><Relationship Type="http://schemas.openxmlformats.org/officeDocument/2006/relationships/image" Target="/ppt/media/image2.png" Id="Rb1781649d5a343a3" /><Relationship Type="http://schemas.openxmlformats.org/officeDocument/2006/relationships/image" Target="/ppt/media/image3.png" Id="R873db17c6c4246ff" /><Relationship Type="http://schemas.openxmlformats.org/officeDocument/2006/relationships/notesSlide" Target="/ppt/notesSlides/notesSlide1.xml" Id="R63ecb9cbec47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bd9de35d1a4697" /><Relationship Type="http://schemas.openxmlformats.org/officeDocument/2006/relationships/image" Target="/ppt/media/image4.png" Id="R307ae12cf63a430e" /><Relationship Type="http://schemas.openxmlformats.org/officeDocument/2006/relationships/image" Target="/ppt/media/image5.png" Id="Rf937712079614f37" /><Relationship Type="http://schemas.openxmlformats.org/officeDocument/2006/relationships/notesSlide" Target="/ppt/notesSlides/notesSlide2.xml" Id="R5a7d1621abf34a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4a90daa35542d5" /><Relationship Type="http://schemas.openxmlformats.org/officeDocument/2006/relationships/image" Target="/ppt/media/image6.png" Id="R3c9f92ed665b4692" /><Relationship Type="http://schemas.openxmlformats.org/officeDocument/2006/relationships/notesSlide" Target="/ppt/notesSlides/notesSlide3.xml" Id="Rce0ec684ea48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9d7e9a3b44062" /><Relationship Type="http://schemas.openxmlformats.org/officeDocument/2006/relationships/image" Target="/ppt/media/image7.png" Id="R2e33e02ecfb14b8d" /><Relationship Type="http://schemas.openxmlformats.org/officeDocument/2006/relationships/notesSlide" Target="/ppt/notesSlides/notesSlide4.xml" Id="R51474c7e8ec54a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e3d39ddeb84b6e" /><Relationship Type="http://schemas.openxmlformats.org/officeDocument/2006/relationships/image" Target="/ppt/media/image8.png" Id="Rad7f55f9d5b94442" /><Relationship Type="http://schemas.openxmlformats.org/officeDocument/2006/relationships/notesSlide" Target="/ppt/notesSlides/notesSlide5.xml" Id="R40da379601eb4b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d0671f4b544ee5" /><Relationship Type="http://schemas.openxmlformats.org/officeDocument/2006/relationships/image" Target="/ppt/media/image9.png" Id="R8d25e49ac9bb47c3" /><Relationship Type="http://schemas.openxmlformats.org/officeDocument/2006/relationships/notesSlide" Target="/ppt/notesSlides/notesSlide6.xml" Id="Rb3c7eb9a3f2241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f696f8695b4f3c" /><Relationship Type="http://schemas.openxmlformats.org/officeDocument/2006/relationships/image" Target="/ppt/media/image10.png" Id="R42f0dfdcbf9348f2" /><Relationship Type="http://schemas.openxmlformats.org/officeDocument/2006/relationships/notesSlide" Target="/ppt/notesSlides/notesSlide7.xml" Id="Rb175378c20154e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18ff36b4e64f12" /><Relationship Type="http://schemas.openxmlformats.org/officeDocument/2006/relationships/notesSlide" Target="/ppt/notesSlides/notesSlide8.xml" Id="Rb0e81161f1294b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54224-2E35-4A1E-A58A-79FA2B9E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F833A-6B2E-4599-9AA0-4E5641EB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1afec65034122"/>
          <a:stretch xmlns:a="http://schemas.openxmlformats.org/drawingml/2006/main"/>
        </p:blipFill>
        <p:spPr>
          <a:xfrm xmlns:a="http://schemas.openxmlformats.org/drawingml/2006/main">
            <a:off x="685800" y="601807"/>
            <a:ext cx="2667000" cy="60613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80593-E22A-4048-81BA-46420E45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5EC03-E5B2-49F0-8FD7-B647A9F9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 PROTOTYPE STATUS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18FD0-3894-43D2-86CE-E89E83F3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81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driver app is demoable, but not yet production complete.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DD842-73E0-4C93-A0FB-076D8E44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9E3F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9E3F0"/>
                </a:solidFill>
                <a:latin typeface="Aptos"/>
                <a:ea typeface="Aptos"/>
                <a:cs typeface="Aptos"/>
              </a:rPr>
              <a:t>Expo / React Native mobile app focused on authenticated drivers, live rides, mission execution, location sharing, and backend integration with Suresh's Fleet API.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59753-9716-4BAB-A7BD-112C8C7B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9D1F9-7A3F-4D16-9CD2-41A61111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DEMOABLE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C22C1-3630-4783-B150-30B2062B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4DAFD-05A0-4A5B-96DE-798D4F5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BACKEND GAPS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25502-80D7-4896-B3FD-BA8CF77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14850"/>
            <a:ext cx="1371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B7983-B22D-4C0A-8B81-8DD16C83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UI CLEANUP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52519-5988-4307-B784-FA4B0963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28650"/>
            <a:ext cx="2655263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7FABF-0BED-4E32-B5EC-A3B221DA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85800"/>
            <a:ext cx="2540963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81649d5a343a3"/>
          <a:srcRect xmlns:a="http://schemas.openxmlformats.org/drawingml/2006/main" l="7346" t="0" r="7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723900"/>
            <a:ext cx="2464763" cy="5334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DCD07-1EC9-41A2-A1A3-971EB7E2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047750"/>
            <a:ext cx="2391181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C76DD-F25E-40A2-A2A1-08030611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04900"/>
            <a:ext cx="2276881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db17c6c4246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6850" y="1143000"/>
            <a:ext cx="2200681" cy="47625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A87FB-32F1-458C-82BB-5212E38A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0AED2-7BD4-47C3-A80A-F49218CE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local demo API used for screenshot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A14B0-2337-4A2C-BFCA-836134F8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53534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9C6D6-FC0A-46D6-BAD9-680CC66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14CF1-02AB-4035-A8A8-1C18612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E3545-E0E1-42F3-8303-14FD833B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BD5F5-70FF-4918-8AF8-FC595F66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What works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5DCF2-9D72-43D6-A86A-51F745D2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42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mobile app now has the core driver loop visible in one place: sign in, see the current ride, review trip context, launch the mission, and share live 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52C5C-BCD3-49D4-A2BC-09B44BFC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2A357-3290-4D64-AA49-E180D7D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Backend-authenticated entry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16BB8-F574-43AA-948C-51F0BFDB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Login posts to the Fleet API, persists JWT state, and gates the app behind the driver session.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72850-2CCC-4BFE-9E0E-C87F6784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8E58B-A669-40C9-9FC7-1EA57BB8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Ride polling and enrichment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6357D-F105-4124-8B3A-4738536F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 reads ride lists plus per-ride detail payloads for coordinates, addresses, notes, and metadata.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4B9DD-5E5C-4566-A6F6-3204A42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881C1-47C7-4563-9255-BED6492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Live operations surface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3FE3A-ED3E-45E3-9627-6A42EAD5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Current ride, scheduled rides, pending requests, status notices, and location indicator are wired into the driver shell.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597C0-B36F-4CC5-9275-EB596316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704850"/>
            <a:ext cx="2488011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F571A-B58E-4272-8070-338DC43E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762000"/>
            <a:ext cx="2373711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ae12cf63a43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4200" y="800100"/>
            <a:ext cx="2297511" cy="49720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FE2A4-3448-4093-B2C9-69D24CD4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04850"/>
            <a:ext cx="2488011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35763-71C1-4913-B9FD-4D1C4830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62000"/>
            <a:ext cx="2373711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7712079614f37"/>
          <a:srcRect xmlns:a="http://schemas.openxmlformats.org/drawingml/2006/main" l="7346" t="0" r="7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800100"/>
            <a:ext cx="2297511" cy="49720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6085D9-69D1-4876-9B61-C6CCDD3D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8F72D-180B-4AEF-A108-4FBF74E4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7193B-06B9-4ECB-92DA-DD83413F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1923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ED1AB1-4850-4CA5-998B-512DDB7D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44A93-B047-480A-A0DD-2B7C9830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2765297" cy="576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95371-221D-400A-BE67-7444B717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"/>
            <a:ext cx="2650997" cy="564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f92ed665b4692"/>
          <a:srcRect xmlns:a="http://schemas.openxmlformats.org/drawingml/2006/main" l="7346" t="0" r="73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514350"/>
            <a:ext cx="2574797" cy="55721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316D1-30B6-4100-87F1-F2E84A54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14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58918-FDEE-4591-816E-36295DA6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477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HOME SCREEN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EDAFC-1CFE-4565-9BD5-FBAF987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287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Current ride view is the strongest demo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40506-7A8A-468F-813B-E993DC0C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71700"/>
            <a:ext cx="5067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driver lands on a glanceable command surface: status, map context, pickup time, rider identity, pickup/drop-off, care notes, emergency contact, and live location state.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EB98C-8EF1-4592-96EE-3E3DF8C3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718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7BCA8-0D54-4C5B-B605-01E44984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385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8039C-FC96-418F-946B-8DE6AF61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57650"/>
            <a:ext cx="495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1. Ride payload normalization is feeding real UI.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2. Route coordinates can draw a map path.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3. The app now feels like an operations tool, not a static prototype.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E867C-AC8C-4EF8-A7A9-966808EB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007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09941-8E19-47B3-BD47-ECF82E0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24525"/>
            <a:ext cx="4648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Needs cleanup: the dev build reports a nested &lt;button&gt; warning on this screen.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47D82-FC1E-43C4-9213-6EB30F4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9CD9A-A19F-4FED-8566-5091DBC5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65873-A251-4A13-BB91-EE8E0237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61888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709655-6AF2-41FF-A76B-DA583D7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87F81-ECC2-4555-90CA-4810CC36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432EA-9C7E-4557-88D6-D6F780B6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RIDE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71480-AA7C-41EE-9ACF-ABFEE007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Pending rides are reviewable, actionable, and map-backed.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B141E-228A-4C8F-BD28-A23BD4F0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28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This is the handoff point between dispatch assignment and driver acceptance. It is ready for a demo of intended workflow, while the accept/decline backend contract still needs production hardening.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D3716-2FEF-483A-B6B3-07DD5705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EEA93-A5B7-4C09-BB95-7B5C731B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AACC5-23D6-4C0A-B607-6D3319DE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Route preview, rider details, pickup/drop-off, care notes, and decision controls render cleanly.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FAE20-8CB9-481F-B67A-6ABB4A38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A5FAE-0D7D-4A74-982B-67F2288B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Still needed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EBE66-8738-4991-9614-1A4A37A1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Backend-owned accept/decline endpoint behavior and status reconciliation need to be completed and verified against live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DE15E-E38F-4BBD-B853-3BDE5428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"/>
            <a:ext cx="2813712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598B2-C7AA-448D-969F-E23B6F34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"/>
            <a:ext cx="2699412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3e02ecfb14b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514350"/>
            <a:ext cx="2623212" cy="56769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B3B7B-DD48-4D41-8C9F-25633C3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39243-E085-44F7-9636-9C718B64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15413-1619-4C1B-AB4A-54351FE5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15067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53C4C7-1C1B-4FFD-8DD6-43950D4E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86FFD-F1BD-49C7-B174-52B3A9BC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2813712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D8E90-150D-40DC-9028-9F447CCB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2699412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f55f9d5b944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95300"/>
            <a:ext cx="2623212" cy="56769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05071-7239-4ADF-9B46-D9F414F0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4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28744-0042-495D-928F-ACDA4B3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477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MISSION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E7CE-EB49-46A3-ACD9-4CF8A6E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02870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Active mission flow is in place.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17FE0-38BB-4E9B-BD1B-D48A1CB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43100"/>
            <a:ext cx="514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mission screen gives the driver a map-first workflow with staged progress, navigation launch, passenger action, support/help, emergency escalation, and background location tracking hooks.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35B4F-7113-4197-8454-32C4BA6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24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413A6B-4494-4E41-BA61-879C46EA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Driver guidance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1D24F-2708-44C2-AD67-F7BDC3BA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242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Four-step mission model tracks pickup, facility arrival, return pickup, and arrival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1553F-F4A2-4E29-833D-D6518834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BEB21-2663-4E94-921B-DB8A4191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672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Backend telemetry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62CE1-EA07-49B7-91E7-4C08CB4F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39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Mission screen sets active ride context for foreground and background location pings.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100122-0F8D-41B1-A7AB-BAEC5B52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43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2BAB0-C292-4873-A617-8F17A61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7685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Remaining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9E590-CB37-44CA-881A-51A0A1C9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54355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Status transitions need live backend confirmation and error recovery, especially after app backgrounding.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174B6-1360-472A-8454-56A7EF5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D93A4-81D3-4A1A-BDD0-8EBBAB6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85E26F-1CBA-45F8-9D0C-13579176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28483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D1F69F-D965-47FC-B144-AFC9E9A8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2B72F-0CEB-4B10-A0FF-71601719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D46D5-CDCE-4A89-9C2C-0B84B086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DRIVER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677D9-33F0-49CD-9BA1-60433B3C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Settings shows the production readiness 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95B47-EB43-4F88-A8D8-D6C6A8CB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14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settings screen is valuable in the demo because it makes the remaining backend ownership explicit instead of hiding placeholder state.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83956-7D9A-4725-8BD9-F0B83EA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C3F5B-8CE2-4E95-8527-40F0381B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Operational toggles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BB7B6-F186-4A21-AFD6-16CD6A4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Live location, push notification intent, auto-accept, and haptics settings are represented.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EF9D9-B68F-49D0-91FF-A406FF3C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4DAAD3-0BD9-4686-B0AC-78F77309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Backend-dependent 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589FA-DE60-40E4-AD71-C7721C21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Certifications and vehicle fields are still marked pending because /api/me is not deployed yet.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037E6E-2AF3-48DC-B300-28798304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6496B-388E-46DB-B162-74AFD54A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framing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3F82B-7645-4CE8-B7FD-53AB8514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864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 this slide to explain what is product-complete versus what still needs live backend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64FE9-423D-4220-A45F-AFF6D3FE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9100"/>
            <a:ext cx="2813712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2C5A3-A01E-4F7C-AE33-91D4DF7B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"/>
            <a:ext cx="2699412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5e49ac9bb47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514350"/>
            <a:ext cx="2623212" cy="56769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FC3D6-F807-4792-AC61-0D3E9A33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83E52-B137-4B19-BD12-B6F6454C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E42BDD-4120-4D91-A670-DD75B7BC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55321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D3833-C6E1-48C1-A9D2-616C9893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BA53A-00F3-44AB-9BD1-63634A60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"/>
            <a:ext cx="2655263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41F3C-E54D-41CF-8801-2C794B75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"/>
            <a:ext cx="2540963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0dfdcbf9348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666750"/>
            <a:ext cx="2464763" cy="533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1F6CF-BA26-4D6F-9C47-3C4CD31B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733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D21EF-45B7-4D9A-84E7-77C30EE1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6675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OPEN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457B0-B267-46A0-A5A7-59FF12FF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0477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The gaps are mostly integration endpoints and hardening.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40932-0E59-434E-85F2-9EDB986C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05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7FF29-9BC7-4335-B556-B28FBC1F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Admin-driver 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144AE-682B-4E67-8FB6-36584B79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051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UI route exists, but live chat backend is unavailable in the current mobile demo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EA134-4A03-4217-8B22-B9A6BB8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95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8B515-EA23-4540-B06B-E67BA7DF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290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Push registration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5C2F0-2B55-4F04-930A-13ED40A0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POST /api/register-push-token is documented as not deployed on the live backend.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EC09A-0A43-4C7B-B506-17304B69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86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91E27-6E30-4522-8E07-6504FC40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Driver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DBDB8-DE01-4122-ABA3-B0299415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GET /api/me is still needed to replace settings/profile placeholders.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E0B2A6-52B3-4AD5-AE35-AE231C45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76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2A1C9-5DCA-4A8A-BE40-C64EAA12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472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Production polish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7416D-719B-4EC9-8B65-D061A9F5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76900"/>
            <a:ext cx="4724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Resolve nested button warning, validation/error states, and TestFlight permission copy before a broader pilot.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68CD1-F98B-4D70-A7F6-55F370C6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509E95-7690-42AA-9FD8-92C950DD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D240D-1FB1-40DA-B754-9685C60D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38006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04C6A6-82B7-48FB-8CD1-5F2D78FC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5F123-AD16-4DB9-BB93-AE6B2FAD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DC797-8956-453B-B9BF-30935FCA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RECOMMENDED DEMO NARRATIVE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00D6B-E87A-4250-A03D-1FF6AE31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14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Show the app as a working driver loop with a clear backend punch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4DC30-6631-44AF-B27B-E29814A5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76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deck should lead with confidence, then be specific about what remains. That creates trust: the app is real enough to demo, and the open work is tractable.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6AD23-7BEA-4F7D-897E-1DA1D16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0965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C4107-F292-49B4-8ED1-3E1B819D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Demo auth, current ride, ride request, and mission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C9394-9AF4-496F-87C7-71C92454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0D7E3-DDA6-4751-B081-A4283560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2586C-748C-4B03-878C-0FD1BB2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8FCC9-F8F6-481B-9EC3-069988DA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3B8BE-EDF7-4B45-9F20-13753535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Wire deployed accept/decline, push token, chat, and /api/me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F5C27-2969-4A25-BCDC-788A3933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22BDD-2C3B-434E-81A0-76C17DC7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195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69788-29D3-4E74-A339-1BF2AF93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9E9B3-4605-4AA5-9A67-C4436864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4F9E0-9211-4A9B-BC60-0BC14EAA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434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Fix nested button warning and final permission/error states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E30CE-5300-4057-9D70-371A1437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 app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44FF9-0A6C-427B-8759-4F019D6A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244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7439F-399D-467E-8F14-F50707B3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006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253837-F04F-4F28-B487-8247CBD4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578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E6FB1-901C-4C50-A3D5-8136610E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74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Suggested live demo order: sign in → current ride → ride request detail → active mission → settings → remaining backend work.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DC8225-AEA2-45D8-847B-E897C71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6D106-F650-4FE1-B4BA-B9971910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TrustedRiders mobile Expo app demo | screenshots captured from local demo API, May 17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478DB-FC9D-4F7D-977D-84EA40F6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457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28315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2026-05-17T18:02:16.6900000Z</dcterms:created>
  <dcterms:modified xsi:type="dcterms:W3CDTF">2026-05-17T18:02:16.6900000Z</dcterms:modified>
</coreProperties>
</file>